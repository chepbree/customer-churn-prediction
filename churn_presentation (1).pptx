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3FCB72-356B-439C-9ACA-70E1E72F3919}" v="181" dt="2026-03-17T07:24:24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7CFDA7-51C2-4EFD-B0DA-12BD76B1077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7F4829C-12DA-465C-89E2-01BD4C239C3B}">
      <dgm:prSet/>
      <dgm:spPr/>
      <dgm:t>
        <a:bodyPr/>
        <a:lstStyle/>
        <a:p>
          <a:r>
            <a:rPr lang="en-US"/>
            <a:t>Machine Learning Project Presentation</a:t>
          </a:r>
        </a:p>
      </dgm:t>
    </dgm:pt>
    <dgm:pt modelId="{51AB20E0-7381-443B-8DE0-B201DD0635FD}" type="parTrans" cxnId="{9F6CC157-EEEF-44C5-86DC-0DD8A0871681}">
      <dgm:prSet/>
      <dgm:spPr/>
      <dgm:t>
        <a:bodyPr/>
        <a:lstStyle/>
        <a:p>
          <a:endParaRPr lang="en-US"/>
        </a:p>
      </dgm:t>
    </dgm:pt>
    <dgm:pt modelId="{272D0124-CD80-4705-96B5-F9D6BC947CE8}" type="sibTrans" cxnId="{9F6CC157-EEEF-44C5-86DC-0DD8A0871681}">
      <dgm:prSet/>
      <dgm:spPr/>
      <dgm:t>
        <a:bodyPr/>
        <a:lstStyle/>
        <a:p>
          <a:endParaRPr lang="en-US"/>
        </a:p>
      </dgm:t>
    </dgm:pt>
    <dgm:pt modelId="{EC4E50B2-C578-4D81-B116-4D55C9FAF9DE}">
      <dgm:prSet/>
      <dgm:spPr/>
      <dgm:t>
        <a:bodyPr/>
        <a:lstStyle/>
        <a:p>
          <a:r>
            <a:rPr lang="en-US"/>
            <a:t>Presented by Brenda Chepkemoi</a:t>
          </a:r>
        </a:p>
      </dgm:t>
    </dgm:pt>
    <dgm:pt modelId="{B1EBAB80-5CC5-43A6-8F21-13AACF7BE1FA}" type="parTrans" cxnId="{AAF7569B-9514-4398-A097-7C57294F2B30}">
      <dgm:prSet/>
      <dgm:spPr/>
      <dgm:t>
        <a:bodyPr/>
        <a:lstStyle/>
        <a:p>
          <a:endParaRPr lang="en-US"/>
        </a:p>
      </dgm:t>
    </dgm:pt>
    <dgm:pt modelId="{4782E998-5A91-4021-9893-CC4FC6B4FE0D}" type="sibTrans" cxnId="{AAF7569B-9514-4398-A097-7C57294F2B30}">
      <dgm:prSet/>
      <dgm:spPr/>
      <dgm:t>
        <a:bodyPr/>
        <a:lstStyle/>
        <a:p>
          <a:endParaRPr lang="en-US"/>
        </a:p>
      </dgm:t>
    </dgm:pt>
    <dgm:pt modelId="{D992C6FA-8D95-41BD-9B47-2E574C4FAD30}" type="pres">
      <dgm:prSet presAssocID="{B67CFDA7-51C2-4EFD-B0DA-12BD76B1077A}" presName="root" presStyleCnt="0">
        <dgm:presLayoutVars>
          <dgm:dir/>
          <dgm:resizeHandles val="exact"/>
        </dgm:presLayoutVars>
      </dgm:prSet>
      <dgm:spPr/>
    </dgm:pt>
    <dgm:pt modelId="{600557E5-4C5F-4673-918D-99E4038CA612}" type="pres">
      <dgm:prSet presAssocID="{87F4829C-12DA-465C-89E2-01BD4C239C3B}" presName="compNode" presStyleCnt="0"/>
      <dgm:spPr/>
    </dgm:pt>
    <dgm:pt modelId="{3ACAE56E-1BB5-4164-B177-DF5519803E69}" type="pres">
      <dgm:prSet presAssocID="{87F4829C-12DA-465C-89E2-01BD4C239C3B}" presName="bgRect" presStyleLbl="bgShp" presStyleIdx="0" presStyleCnt="2"/>
      <dgm:spPr/>
    </dgm:pt>
    <dgm:pt modelId="{0909204B-A64F-4117-A6B3-0B9EEC20B2D9}" type="pres">
      <dgm:prSet presAssocID="{87F4829C-12DA-465C-89E2-01BD4C239C3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DF556F5-9D27-4FD2-BFC2-5424EB3EA031}" type="pres">
      <dgm:prSet presAssocID="{87F4829C-12DA-465C-89E2-01BD4C239C3B}" presName="spaceRect" presStyleCnt="0"/>
      <dgm:spPr/>
    </dgm:pt>
    <dgm:pt modelId="{26C47E92-5310-4613-8948-4FBF9BA61861}" type="pres">
      <dgm:prSet presAssocID="{87F4829C-12DA-465C-89E2-01BD4C239C3B}" presName="parTx" presStyleLbl="revTx" presStyleIdx="0" presStyleCnt="2">
        <dgm:presLayoutVars>
          <dgm:chMax val="0"/>
          <dgm:chPref val="0"/>
        </dgm:presLayoutVars>
      </dgm:prSet>
      <dgm:spPr/>
    </dgm:pt>
    <dgm:pt modelId="{AF4D46FA-AFED-491F-AB52-9845ADBC6B82}" type="pres">
      <dgm:prSet presAssocID="{272D0124-CD80-4705-96B5-F9D6BC947CE8}" presName="sibTrans" presStyleCnt="0"/>
      <dgm:spPr/>
    </dgm:pt>
    <dgm:pt modelId="{C5DC470A-0FAE-4EAD-9CC0-F16486E63BB0}" type="pres">
      <dgm:prSet presAssocID="{EC4E50B2-C578-4D81-B116-4D55C9FAF9DE}" presName="compNode" presStyleCnt="0"/>
      <dgm:spPr/>
    </dgm:pt>
    <dgm:pt modelId="{CF2D54B7-D108-4D1D-A539-B1DF87E2D39E}" type="pres">
      <dgm:prSet presAssocID="{EC4E50B2-C578-4D81-B116-4D55C9FAF9DE}" presName="bgRect" presStyleLbl="bgShp" presStyleIdx="1" presStyleCnt="2"/>
      <dgm:spPr/>
    </dgm:pt>
    <dgm:pt modelId="{3289218F-EC15-4535-961C-5B54960280A6}" type="pres">
      <dgm:prSet presAssocID="{EC4E50B2-C578-4D81-B116-4D55C9FAF9D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3805277C-0136-4AD8-8773-3FDDF6B2DB56}" type="pres">
      <dgm:prSet presAssocID="{EC4E50B2-C578-4D81-B116-4D55C9FAF9DE}" presName="spaceRect" presStyleCnt="0"/>
      <dgm:spPr/>
    </dgm:pt>
    <dgm:pt modelId="{4135E53B-E61F-40FB-AEA9-261A9DFBC49C}" type="pres">
      <dgm:prSet presAssocID="{EC4E50B2-C578-4D81-B116-4D55C9FAF9D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3631C2A-30EB-46FE-8D76-A7D092F42726}" type="presOf" srcId="{B67CFDA7-51C2-4EFD-B0DA-12BD76B1077A}" destId="{D992C6FA-8D95-41BD-9B47-2E574C4FAD30}" srcOrd="0" destOrd="0" presId="urn:microsoft.com/office/officeart/2018/2/layout/IconVerticalSolidList"/>
    <dgm:cxn modelId="{B0ACC954-D0E1-4EE3-9522-F0D42327DD34}" type="presOf" srcId="{EC4E50B2-C578-4D81-B116-4D55C9FAF9DE}" destId="{4135E53B-E61F-40FB-AEA9-261A9DFBC49C}" srcOrd="0" destOrd="0" presId="urn:microsoft.com/office/officeart/2018/2/layout/IconVerticalSolidList"/>
    <dgm:cxn modelId="{9F6CC157-EEEF-44C5-86DC-0DD8A0871681}" srcId="{B67CFDA7-51C2-4EFD-B0DA-12BD76B1077A}" destId="{87F4829C-12DA-465C-89E2-01BD4C239C3B}" srcOrd="0" destOrd="0" parTransId="{51AB20E0-7381-443B-8DE0-B201DD0635FD}" sibTransId="{272D0124-CD80-4705-96B5-F9D6BC947CE8}"/>
    <dgm:cxn modelId="{AAF7569B-9514-4398-A097-7C57294F2B30}" srcId="{B67CFDA7-51C2-4EFD-B0DA-12BD76B1077A}" destId="{EC4E50B2-C578-4D81-B116-4D55C9FAF9DE}" srcOrd="1" destOrd="0" parTransId="{B1EBAB80-5CC5-43A6-8F21-13AACF7BE1FA}" sibTransId="{4782E998-5A91-4021-9893-CC4FC6B4FE0D}"/>
    <dgm:cxn modelId="{F962DFF1-359C-4136-8254-0897D417F5E4}" type="presOf" srcId="{87F4829C-12DA-465C-89E2-01BD4C239C3B}" destId="{26C47E92-5310-4613-8948-4FBF9BA61861}" srcOrd="0" destOrd="0" presId="urn:microsoft.com/office/officeart/2018/2/layout/IconVerticalSolidList"/>
    <dgm:cxn modelId="{A5C01087-767D-4565-821E-8878C89C5A66}" type="presParOf" srcId="{D992C6FA-8D95-41BD-9B47-2E574C4FAD30}" destId="{600557E5-4C5F-4673-918D-99E4038CA612}" srcOrd="0" destOrd="0" presId="urn:microsoft.com/office/officeart/2018/2/layout/IconVerticalSolidList"/>
    <dgm:cxn modelId="{F91E95EA-697A-43D4-A2C3-6855CE933CFC}" type="presParOf" srcId="{600557E5-4C5F-4673-918D-99E4038CA612}" destId="{3ACAE56E-1BB5-4164-B177-DF5519803E69}" srcOrd="0" destOrd="0" presId="urn:microsoft.com/office/officeart/2018/2/layout/IconVerticalSolidList"/>
    <dgm:cxn modelId="{8CB44155-B7D6-4093-A319-C497AF544F86}" type="presParOf" srcId="{600557E5-4C5F-4673-918D-99E4038CA612}" destId="{0909204B-A64F-4117-A6B3-0B9EEC20B2D9}" srcOrd="1" destOrd="0" presId="urn:microsoft.com/office/officeart/2018/2/layout/IconVerticalSolidList"/>
    <dgm:cxn modelId="{03543475-09CE-444F-89DF-C382EA9071A9}" type="presParOf" srcId="{600557E5-4C5F-4673-918D-99E4038CA612}" destId="{DDF556F5-9D27-4FD2-BFC2-5424EB3EA031}" srcOrd="2" destOrd="0" presId="urn:microsoft.com/office/officeart/2018/2/layout/IconVerticalSolidList"/>
    <dgm:cxn modelId="{AF52F182-C553-477C-B222-F904587CD1AC}" type="presParOf" srcId="{600557E5-4C5F-4673-918D-99E4038CA612}" destId="{26C47E92-5310-4613-8948-4FBF9BA61861}" srcOrd="3" destOrd="0" presId="urn:microsoft.com/office/officeart/2018/2/layout/IconVerticalSolidList"/>
    <dgm:cxn modelId="{E93DAD76-6A4B-4046-BFE5-E3C5FF844F89}" type="presParOf" srcId="{D992C6FA-8D95-41BD-9B47-2E574C4FAD30}" destId="{AF4D46FA-AFED-491F-AB52-9845ADBC6B82}" srcOrd="1" destOrd="0" presId="urn:microsoft.com/office/officeart/2018/2/layout/IconVerticalSolidList"/>
    <dgm:cxn modelId="{B9065FB6-2649-4DEB-8CBA-CBF3BCEDF061}" type="presParOf" srcId="{D992C6FA-8D95-41BD-9B47-2E574C4FAD30}" destId="{C5DC470A-0FAE-4EAD-9CC0-F16486E63BB0}" srcOrd="2" destOrd="0" presId="urn:microsoft.com/office/officeart/2018/2/layout/IconVerticalSolidList"/>
    <dgm:cxn modelId="{D5F21A56-DA04-4FDC-91C9-107673CEDAA2}" type="presParOf" srcId="{C5DC470A-0FAE-4EAD-9CC0-F16486E63BB0}" destId="{CF2D54B7-D108-4D1D-A539-B1DF87E2D39E}" srcOrd="0" destOrd="0" presId="urn:microsoft.com/office/officeart/2018/2/layout/IconVerticalSolidList"/>
    <dgm:cxn modelId="{34957C29-E646-49C9-BF71-7906B703B334}" type="presParOf" srcId="{C5DC470A-0FAE-4EAD-9CC0-F16486E63BB0}" destId="{3289218F-EC15-4535-961C-5B54960280A6}" srcOrd="1" destOrd="0" presId="urn:microsoft.com/office/officeart/2018/2/layout/IconVerticalSolidList"/>
    <dgm:cxn modelId="{0AB7128C-EC2A-4A26-A455-2F6D298BB58B}" type="presParOf" srcId="{C5DC470A-0FAE-4EAD-9CC0-F16486E63BB0}" destId="{3805277C-0136-4AD8-8773-3FDDF6B2DB56}" srcOrd="2" destOrd="0" presId="urn:microsoft.com/office/officeart/2018/2/layout/IconVerticalSolidList"/>
    <dgm:cxn modelId="{D6D0BF39-219B-4AB2-B918-7004DC6079E7}" type="presParOf" srcId="{C5DC470A-0FAE-4EAD-9CC0-F16486E63BB0}" destId="{4135E53B-E61F-40FB-AEA9-261A9DFBC4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E2BBAB-F0E9-411D-A449-B51A088A53C7}" type="doc">
      <dgm:prSet loTypeId="urn:microsoft.com/office/officeart/2005/8/layout/arrow5" loCatId="relationship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1E995B0-A8EF-440D-93A7-57EFC1659F57}">
      <dgm:prSet/>
      <dgm:spPr/>
      <dgm:t>
        <a:bodyPr/>
        <a:lstStyle/>
        <a:p>
          <a:r>
            <a:rPr lang="en-US"/>
            <a:t>Logistic Regression</a:t>
          </a:r>
        </a:p>
      </dgm:t>
    </dgm:pt>
    <dgm:pt modelId="{8E062D73-0AA4-4A26-9CB0-95CF912ECBFD}" type="parTrans" cxnId="{3696AAF6-373C-447A-99A5-37A56F0A1524}">
      <dgm:prSet/>
      <dgm:spPr/>
      <dgm:t>
        <a:bodyPr/>
        <a:lstStyle/>
        <a:p>
          <a:endParaRPr lang="en-US"/>
        </a:p>
      </dgm:t>
    </dgm:pt>
    <dgm:pt modelId="{88DBAEAE-B55A-447F-9BB6-9B2B3992CD28}" type="sibTrans" cxnId="{3696AAF6-373C-447A-99A5-37A56F0A1524}">
      <dgm:prSet/>
      <dgm:spPr/>
      <dgm:t>
        <a:bodyPr/>
        <a:lstStyle/>
        <a:p>
          <a:endParaRPr lang="en-US"/>
        </a:p>
      </dgm:t>
    </dgm:pt>
    <dgm:pt modelId="{B70469C0-27A3-42E8-B870-44F1F68D8CEA}">
      <dgm:prSet/>
      <dgm:spPr/>
      <dgm:t>
        <a:bodyPr/>
        <a:lstStyle/>
        <a:p>
          <a:r>
            <a:rPr lang="en-US"/>
            <a:t>Decision Tree</a:t>
          </a:r>
        </a:p>
      </dgm:t>
    </dgm:pt>
    <dgm:pt modelId="{07E6FED4-7D71-4E4D-BCDB-A1D258BF5395}" type="parTrans" cxnId="{7B0B6DF7-089C-4A15-8440-F424A20D478B}">
      <dgm:prSet/>
      <dgm:spPr/>
      <dgm:t>
        <a:bodyPr/>
        <a:lstStyle/>
        <a:p>
          <a:endParaRPr lang="en-US"/>
        </a:p>
      </dgm:t>
    </dgm:pt>
    <dgm:pt modelId="{F0AC9ED0-9421-4CAF-8E3B-579E69D55BB5}" type="sibTrans" cxnId="{7B0B6DF7-089C-4A15-8440-F424A20D478B}">
      <dgm:prSet/>
      <dgm:spPr/>
      <dgm:t>
        <a:bodyPr/>
        <a:lstStyle/>
        <a:p>
          <a:endParaRPr lang="en-US"/>
        </a:p>
      </dgm:t>
    </dgm:pt>
    <dgm:pt modelId="{392FED5F-A7F8-4044-832E-BC91F73678A4}">
      <dgm:prSet/>
      <dgm:spPr/>
      <dgm:t>
        <a:bodyPr/>
        <a:lstStyle/>
        <a:p>
          <a:r>
            <a:rPr lang="en-US"/>
            <a:t>Random Forest</a:t>
          </a:r>
        </a:p>
      </dgm:t>
    </dgm:pt>
    <dgm:pt modelId="{DEA2EAF7-B372-4A0A-9383-206EFC22BA67}" type="parTrans" cxnId="{497E63AE-BF40-4B85-8620-61F18F67B70C}">
      <dgm:prSet/>
      <dgm:spPr/>
      <dgm:t>
        <a:bodyPr/>
        <a:lstStyle/>
        <a:p>
          <a:endParaRPr lang="en-US"/>
        </a:p>
      </dgm:t>
    </dgm:pt>
    <dgm:pt modelId="{B157FB99-7EC0-40D1-BB1C-36CC3343E5E8}" type="sibTrans" cxnId="{497E63AE-BF40-4B85-8620-61F18F67B70C}">
      <dgm:prSet/>
      <dgm:spPr/>
      <dgm:t>
        <a:bodyPr/>
        <a:lstStyle/>
        <a:p>
          <a:endParaRPr lang="en-US"/>
        </a:p>
      </dgm:t>
    </dgm:pt>
    <dgm:pt modelId="{C76C0600-A543-4B9E-AEF8-A95B3AD3035B}">
      <dgm:prSet/>
      <dgm:spPr/>
      <dgm:t>
        <a:bodyPr/>
        <a:lstStyle/>
        <a:p>
          <a:r>
            <a:rPr lang="en-US"/>
            <a:t>Gradient Boosting</a:t>
          </a:r>
        </a:p>
      </dgm:t>
    </dgm:pt>
    <dgm:pt modelId="{D43C0737-757D-403C-8824-EC1A7C0A02E8}" type="parTrans" cxnId="{9DA181E4-78A6-4B1B-A513-52590E4B0B26}">
      <dgm:prSet/>
      <dgm:spPr/>
      <dgm:t>
        <a:bodyPr/>
        <a:lstStyle/>
        <a:p>
          <a:endParaRPr lang="en-US"/>
        </a:p>
      </dgm:t>
    </dgm:pt>
    <dgm:pt modelId="{DED6FB36-E8FA-4360-85F8-2E959270026D}" type="sibTrans" cxnId="{9DA181E4-78A6-4B1B-A513-52590E4B0B26}">
      <dgm:prSet/>
      <dgm:spPr/>
      <dgm:t>
        <a:bodyPr/>
        <a:lstStyle/>
        <a:p>
          <a:endParaRPr lang="en-US"/>
        </a:p>
      </dgm:t>
    </dgm:pt>
    <dgm:pt modelId="{CE55A5C9-F5D8-434E-9528-C19370070672}">
      <dgm:prSet/>
      <dgm:spPr/>
      <dgm:t>
        <a:bodyPr/>
        <a:lstStyle/>
        <a:p>
          <a:r>
            <a:rPr lang="en-US"/>
            <a:t>Voting Ensemble</a:t>
          </a:r>
        </a:p>
      </dgm:t>
    </dgm:pt>
    <dgm:pt modelId="{7A1D56F9-94FD-4EC3-8878-1FC427DCA087}" type="parTrans" cxnId="{3E0CBA2A-8307-4A9F-AF19-9607BD30C0F2}">
      <dgm:prSet/>
      <dgm:spPr/>
      <dgm:t>
        <a:bodyPr/>
        <a:lstStyle/>
        <a:p>
          <a:endParaRPr lang="en-US"/>
        </a:p>
      </dgm:t>
    </dgm:pt>
    <dgm:pt modelId="{B2206CB6-0051-4758-9AAB-17562EC52987}" type="sibTrans" cxnId="{3E0CBA2A-8307-4A9F-AF19-9607BD30C0F2}">
      <dgm:prSet/>
      <dgm:spPr/>
      <dgm:t>
        <a:bodyPr/>
        <a:lstStyle/>
        <a:p>
          <a:endParaRPr lang="en-US"/>
        </a:p>
      </dgm:t>
    </dgm:pt>
    <dgm:pt modelId="{ED0A3C45-3A39-442C-81FA-43EA5C94E8F0}" type="pres">
      <dgm:prSet presAssocID="{DEE2BBAB-F0E9-411D-A449-B51A088A53C7}" presName="diagram" presStyleCnt="0">
        <dgm:presLayoutVars>
          <dgm:dir/>
          <dgm:resizeHandles val="exact"/>
        </dgm:presLayoutVars>
      </dgm:prSet>
      <dgm:spPr/>
    </dgm:pt>
    <dgm:pt modelId="{3DE93170-A827-4BD3-86E0-3E76FB859136}" type="pres">
      <dgm:prSet presAssocID="{91E995B0-A8EF-440D-93A7-57EFC1659F57}" presName="arrow" presStyleLbl="node1" presStyleIdx="0" presStyleCnt="5">
        <dgm:presLayoutVars>
          <dgm:bulletEnabled val="1"/>
        </dgm:presLayoutVars>
      </dgm:prSet>
      <dgm:spPr/>
    </dgm:pt>
    <dgm:pt modelId="{D829BE69-ED13-4C01-9D14-A9B3CEF8F91E}" type="pres">
      <dgm:prSet presAssocID="{B70469C0-27A3-42E8-B870-44F1F68D8CEA}" presName="arrow" presStyleLbl="node1" presStyleIdx="1" presStyleCnt="5">
        <dgm:presLayoutVars>
          <dgm:bulletEnabled val="1"/>
        </dgm:presLayoutVars>
      </dgm:prSet>
      <dgm:spPr/>
    </dgm:pt>
    <dgm:pt modelId="{1B4FE49B-4D7A-45FA-9C24-DBB93F8A4F96}" type="pres">
      <dgm:prSet presAssocID="{392FED5F-A7F8-4044-832E-BC91F73678A4}" presName="arrow" presStyleLbl="node1" presStyleIdx="2" presStyleCnt="5">
        <dgm:presLayoutVars>
          <dgm:bulletEnabled val="1"/>
        </dgm:presLayoutVars>
      </dgm:prSet>
      <dgm:spPr/>
    </dgm:pt>
    <dgm:pt modelId="{7DC24C74-A2C7-4E2C-A1B0-A2417F8628D8}" type="pres">
      <dgm:prSet presAssocID="{C76C0600-A543-4B9E-AEF8-A95B3AD3035B}" presName="arrow" presStyleLbl="node1" presStyleIdx="3" presStyleCnt="5">
        <dgm:presLayoutVars>
          <dgm:bulletEnabled val="1"/>
        </dgm:presLayoutVars>
      </dgm:prSet>
      <dgm:spPr/>
    </dgm:pt>
    <dgm:pt modelId="{20B44D6C-6319-427A-BC3F-C4FAC83088EE}" type="pres">
      <dgm:prSet presAssocID="{CE55A5C9-F5D8-434E-9528-C19370070672}" presName="arrow" presStyleLbl="node1" presStyleIdx="4" presStyleCnt="5">
        <dgm:presLayoutVars>
          <dgm:bulletEnabled val="1"/>
        </dgm:presLayoutVars>
      </dgm:prSet>
      <dgm:spPr/>
    </dgm:pt>
  </dgm:ptLst>
  <dgm:cxnLst>
    <dgm:cxn modelId="{1F6A761B-45B3-4606-8651-71C48FE575D3}" type="presOf" srcId="{DEE2BBAB-F0E9-411D-A449-B51A088A53C7}" destId="{ED0A3C45-3A39-442C-81FA-43EA5C94E8F0}" srcOrd="0" destOrd="0" presId="urn:microsoft.com/office/officeart/2005/8/layout/arrow5"/>
    <dgm:cxn modelId="{3E0CBA2A-8307-4A9F-AF19-9607BD30C0F2}" srcId="{DEE2BBAB-F0E9-411D-A449-B51A088A53C7}" destId="{CE55A5C9-F5D8-434E-9528-C19370070672}" srcOrd="4" destOrd="0" parTransId="{7A1D56F9-94FD-4EC3-8878-1FC427DCA087}" sibTransId="{B2206CB6-0051-4758-9AAB-17562EC52987}"/>
    <dgm:cxn modelId="{8F5E0B5E-E100-48D2-9F4E-AF9CA90AAF3C}" type="presOf" srcId="{CE55A5C9-F5D8-434E-9528-C19370070672}" destId="{20B44D6C-6319-427A-BC3F-C4FAC83088EE}" srcOrd="0" destOrd="0" presId="urn:microsoft.com/office/officeart/2005/8/layout/arrow5"/>
    <dgm:cxn modelId="{3BEDA442-EA8E-4EAB-BAAC-999EAEB29FA7}" type="presOf" srcId="{91E995B0-A8EF-440D-93A7-57EFC1659F57}" destId="{3DE93170-A827-4BD3-86E0-3E76FB859136}" srcOrd="0" destOrd="0" presId="urn:microsoft.com/office/officeart/2005/8/layout/arrow5"/>
    <dgm:cxn modelId="{497E63AE-BF40-4B85-8620-61F18F67B70C}" srcId="{DEE2BBAB-F0E9-411D-A449-B51A088A53C7}" destId="{392FED5F-A7F8-4044-832E-BC91F73678A4}" srcOrd="2" destOrd="0" parTransId="{DEA2EAF7-B372-4A0A-9383-206EFC22BA67}" sibTransId="{B157FB99-7EC0-40D1-BB1C-36CC3343E5E8}"/>
    <dgm:cxn modelId="{47D44EB8-8439-4F40-8FF6-0AF6E590B98F}" type="presOf" srcId="{392FED5F-A7F8-4044-832E-BC91F73678A4}" destId="{1B4FE49B-4D7A-45FA-9C24-DBB93F8A4F96}" srcOrd="0" destOrd="0" presId="urn:microsoft.com/office/officeart/2005/8/layout/arrow5"/>
    <dgm:cxn modelId="{22FC69D5-D2E2-4A3F-B834-75E33163B9C1}" type="presOf" srcId="{C76C0600-A543-4B9E-AEF8-A95B3AD3035B}" destId="{7DC24C74-A2C7-4E2C-A1B0-A2417F8628D8}" srcOrd="0" destOrd="0" presId="urn:microsoft.com/office/officeart/2005/8/layout/arrow5"/>
    <dgm:cxn modelId="{9DA181E4-78A6-4B1B-A513-52590E4B0B26}" srcId="{DEE2BBAB-F0E9-411D-A449-B51A088A53C7}" destId="{C76C0600-A543-4B9E-AEF8-A95B3AD3035B}" srcOrd="3" destOrd="0" parTransId="{D43C0737-757D-403C-8824-EC1A7C0A02E8}" sibTransId="{DED6FB36-E8FA-4360-85F8-2E959270026D}"/>
    <dgm:cxn modelId="{36A311E9-493B-4013-8C2C-FA25D7CD6538}" type="presOf" srcId="{B70469C0-27A3-42E8-B870-44F1F68D8CEA}" destId="{D829BE69-ED13-4C01-9D14-A9B3CEF8F91E}" srcOrd="0" destOrd="0" presId="urn:microsoft.com/office/officeart/2005/8/layout/arrow5"/>
    <dgm:cxn modelId="{3696AAF6-373C-447A-99A5-37A56F0A1524}" srcId="{DEE2BBAB-F0E9-411D-A449-B51A088A53C7}" destId="{91E995B0-A8EF-440D-93A7-57EFC1659F57}" srcOrd="0" destOrd="0" parTransId="{8E062D73-0AA4-4A26-9CB0-95CF912ECBFD}" sibTransId="{88DBAEAE-B55A-447F-9BB6-9B2B3992CD28}"/>
    <dgm:cxn modelId="{7B0B6DF7-089C-4A15-8440-F424A20D478B}" srcId="{DEE2BBAB-F0E9-411D-A449-B51A088A53C7}" destId="{B70469C0-27A3-42E8-B870-44F1F68D8CEA}" srcOrd="1" destOrd="0" parTransId="{07E6FED4-7D71-4E4D-BCDB-A1D258BF5395}" sibTransId="{F0AC9ED0-9421-4CAF-8E3B-579E69D55BB5}"/>
    <dgm:cxn modelId="{DFB60DBD-4CCE-4438-B76A-3ABF359C34AB}" type="presParOf" srcId="{ED0A3C45-3A39-442C-81FA-43EA5C94E8F0}" destId="{3DE93170-A827-4BD3-86E0-3E76FB859136}" srcOrd="0" destOrd="0" presId="urn:microsoft.com/office/officeart/2005/8/layout/arrow5"/>
    <dgm:cxn modelId="{E975D58D-0282-40EA-8F0B-991B98C418FC}" type="presParOf" srcId="{ED0A3C45-3A39-442C-81FA-43EA5C94E8F0}" destId="{D829BE69-ED13-4C01-9D14-A9B3CEF8F91E}" srcOrd="1" destOrd="0" presId="urn:microsoft.com/office/officeart/2005/8/layout/arrow5"/>
    <dgm:cxn modelId="{440773BA-92F9-4908-A1BE-C168CF21C6C8}" type="presParOf" srcId="{ED0A3C45-3A39-442C-81FA-43EA5C94E8F0}" destId="{1B4FE49B-4D7A-45FA-9C24-DBB93F8A4F96}" srcOrd="2" destOrd="0" presId="urn:microsoft.com/office/officeart/2005/8/layout/arrow5"/>
    <dgm:cxn modelId="{BB074171-3866-4468-8544-02A4DE72CA50}" type="presParOf" srcId="{ED0A3C45-3A39-442C-81FA-43EA5C94E8F0}" destId="{7DC24C74-A2C7-4E2C-A1B0-A2417F8628D8}" srcOrd="3" destOrd="0" presId="urn:microsoft.com/office/officeart/2005/8/layout/arrow5"/>
    <dgm:cxn modelId="{293876CB-C8DF-4890-8BC8-B2464B6A9566}" type="presParOf" srcId="{ED0A3C45-3A39-442C-81FA-43EA5C94E8F0}" destId="{20B44D6C-6319-427A-BC3F-C4FAC83088EE}" srcOrd="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313B5B-B12F-4199-88E7-1AF6197AF8F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0D4CB60-FF77-4F0C-BBAD-39B8C2B92F33}">
      <dgm:prSet/>
      <dgm:spPr/>
      <dgm:t>
        <a:bodyPr/>
        <a:lstStyle/>
        <a:p>
          <a:r>
            <a:rPr lang="en-US"/>
            <a:t>Limited dataset</a:t>
          </a:r>
        </a:p>
      </dgm:t>
    </dgm:pt>
    <dgm:pt modelId="{19CD3F3D-4359-48D2-BDD8-F059BD5638B3}" type="parTrans" cxnId="{A0C10373-02CB-4F41-B22D-14AB162F0B92}">
      <dgm:prSet/>
      <dgm:spPr/>
      <dgm:t>
        <a:bodyPr/>
        <a:lstStyle/>
        <a:p>
          <a:endParaRPr lang="en-US"/>
        </a:p>
      </dgm:t>
    </dgm:pt>
    <dgm:pt modelId="{14AF42B5-C7D8-4A5D-BFD8-AA089718C071}" type="sibTrans" cxnId="{A0C10373-02CB-4F41-B22D-14AB162F0B92}">
      <dgm:prSet/>
      <dgm:spPr/>
      <dgm:t>
        <a:bodyPr/>
        <a:lstStyle/>
        <a:p>
          <a:endParaRPr lang="en-US"/>
        </a:p>
      </dgm:t>
    </dgm:pt>
    <dgm:pt modelId="{54FA1C68-5BB5-4443-993D-E9B599D511E7}">
      <dgm:prSet/>
      <dgm:spPr/>
      <dgm:t>
        <a:bodyPr/>
        <a:lstStyle/>
        <a:p>
          <a:r>
            <a:rPr lang="en-US"/>
            <a:t>No causation</a:t>
          </a:r>
        </a:p>
      </dgm:t>
    </dgm:pt>
    <dgm:pt modelId="{EF0607F0-424A-4C17-89FB-307103BEADF1}" type="parTrans" cxnId="{E925DECC-607A-40CE-B4FC-936F2CB48631}">
      <dgm:prSet/>
      <dgm:spPr/>
      <dgm:t>
        <a:bodyPr/>
        <a:lstStyle/>
        <a:p>
          <a:endParaRPr lang="en-US"/>
        </a:p>
      </dgm:t>
    </dgm:pt>
    <dgm:pt modelId="{EAF72909-7198-4D88-AF38-A8DA8F689870}" type="sibTrans" cxnId="{E925DECC-607A-40CE-B4FC-936F2CB48631}">
      <dgm:prSet/>
      <dgm:spPr/>
      <dgm:t>
        <a:bodyPr/>
        <a:lstStyle/>
        <a:p>
          <a:endParaRPr lang="en-US"/>
        </a:p>
      </dgm:t>
    </dgm:pt>
    <dgm:pt modelId="{9EFC8453-0D3F-41B6-BAE6-1F0114BEA231}">
      <dgm:prSet/>
      <dgm:spPr/>
      <dgm:t>
        <a:bodyPr/>
        <a:lstStyle/>
        <a:p>
          <a:r>
            <a:rPr lang="en-US"/>
            <a:t>Model drift possible</a:t>
          </a:r>
        </a:p>
      </dgm:t>
    </dgm:pt>
    <dgm:pt modelId="{D03A9F59-C50C-4447-A5C1-EFD28DC3D515}" type="parTrans" cxnId="{6B8410A2-62A0-4825-BF91-265D6949ED68}">
      <dgm:prSet/>
      <dgm:spPr/>
      <dgm:t>
        <a:bodyPr/>
        <a:lstStyle/>
        <a:p>
          <a:endParaRPr lang="en-US"/>
        </a:p>
      </dgm:t>
    </dgm:pt>
    <dgm:pt modelId="{79145726-3C5E-4140-B590-0393E3385643}" type="sibTrans" cxnId="{6B8410A2-62A0-4825-BF91-265D6949ED68}">
      <dgm:prSet/>
      <dgm:spPr/>
      <dgm:t>
        <a:bodyPr/>
        <a:lstStyle/>
        <a:p>
          <a:endParaRPr lang="en-US"/>
        </a:p>
      </dgm:t>
    </dgm:pt>
    <dgm:pt modelId="{39CAC901-C9DE-4CBF-B5F2-44E5C2E22FB7}">
      <dgm:prSet/>
      <dgm:spPr/>
      <dgm:t>
        <a:bodyPr/>
        <a:lstStyle/>
        <a:p>
          <a:r>
            <a:rPr lang="en-US"/>
            <a:t>Low interpretability</a:t>
          </a:r>
        </a:p>
      </dgm:t>
    </dgm:pt>
    <dgm:pt modelId="{A708E22C-0D9E-42F0-9E0F-CC806D5FD9F8}" type="parTrans" cxnId="{7000EF2A-9E76-4223-80B5-CD0B9A429FDA}">
      <dgm:prSet/>
      <dgm:spPr/>
      <dgm:t>
        <a:bodyPr/>
        <a:lstStyle/>
        <a:p>
          <a:endParaRPr lang="en-US"/>
        </a:p>
      </dgm:t>
    </dgm:pt>
    <dgm:pt modelId="{162C38BB-D7B5-4B12-94B9-B5125E9F96D7}" type="sibTrans" cxnId="{7000EF2A-9E76-4223-80B5-CD0B9A429FDA}">
      <dgm:prSet/>
      <dgm:spPr/>
      <dgm:t>
        <a:bodyPr/>
        <a:lstStyle/>
        <a:p>
          <a:endParaRPr lang="en-US"/>
        </a:p>
      </dgm:t>
    </dgm:pt>
    <dgm:pt modelId="{727137FA-1F30-42F1-B6A6-74B92707A263}" type="pres">
      <dgm:prSet presAssocID="{8C313B5B-B12F-4199-88E7-1AF6197AF8F6}" presName="linear" presStyleCnt="0">
        <dgm:presLayoutVars>
          <dgm:animLvl val="lvl"/>
          <dgm:resizeHandles val="exact"/>
        </dgm:presLayoutVars>
      </dgm:prSet>
      <dgm:spPr/>
    </dgm:pt>
    <dgm:pt modelId="{6C88120B-728D-42D7-947F-A0A8C0FEB102}" type="pres">
      <dgm:prSet presAssocID="{F0D4CB60-FF77-4F0C-BBAD-39B8C2B92F3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67D6A7-C052-4CDE-A3B1-1960EECD1405}" type="pres">
      <dgm:prSet presAssocID="{14AF42B5-C7D8-4A5D-BFD8-AA089718C071}" presName="spacer" presStyleCnt="0"/>
      <dgm:spPr/>
    </dgm:pt>
    <dgm:pt modelId="{028EAE9A-DC44-4695-A2A7-AA0AD8E80AE1}" type="pres">
      <dgm:prSet presAssocID="{54FA1C68-5BB5-4443-993D-E9B599D511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B238F31-4E5F-4B7D-958D-F3D5D6CAFCF6}" type="pres">
      <dgm:prSet presAssocID="{EAF72909-7198-4D88-AF38-A8DA8F689870}" presName="spacer" presStyleCnt="0"/>
      <dgm:spPr/>
    </dgm:pt>
    <dgm:pt modelId="{442ADB9B-79FC-4EFF-9475-83600CCA30F9}" type="pres">
      <dgm:prSet presAssocID="{9EFC8453-0D3F-41B6-BAE6-1F0114BEA2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9634E9A-08BF-4FAC-91C2-9CF3AAE2E5D7}" type="pres">
      <dgm:prSet presAssocID="{79145726-3C5E-4140-B590-0393E3385643}" presName="spacer" presStyleCnt="0"/>
      <dgm:spPr/>
    </dgm:pt>
    <dgm:pt modelId="{2873B7F3-6169-48C9-9963-794459D2FC7F}" type="pres">
      <dgm:prSet presAssocID="{39CAC901-C9DE-4CBF-B5F2-44E5C2E22FB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0F8126-49E3-44C1-B26B-2EDB58BE9832}" type="presOf" srcId="{39CAC901-C9DE-4CBF-B5F2-44E5C2E22FB7}" destId="{2873B7F3-6169-48C9-9963-794459D2FC7F}" srcOrd="0" destOrd="0" presId="urn:microsoft.com/office/officeart/2005/8/layout/vList2"/>
    <dgm:cxn modelId="{7000EF2A-9E76-4223-80B5-CD0B9A429FDA}" srcId="{8C313B5B-B12F-4199-88E7-1AF6197AF8F6}" destId="{39CAC901-C9DE-4CBF-B5F2-44E5C2E22FB7}" srcOrd="3" destOrd="0" parTransId="{A708E22C-0D9E-42F0-9E0F-CC806D5FD9F8}" sibTransId="{162C38BB-D7B5-4B12-94B9-B5125E9F96D7}"/>
    <dgm:cxn modelId="{D8264D36-5E3D-4C9F-9DB7-25FA05A2DFC4}" type="presOf" srcId="{9EFC8453-0D3F-41B6-BAE6-1F0114BEA231}" destId="{442ADB9B-79FC-4EFF-9475-83600CCA30F9}" srcOrd="0" destOrd="0" presId="urn:microsoft.com/office/officeart/2005/8/layout/vList2"/>
    <dgm:cxn modelId="{302D3B44-5104-4AD3-8143-2C2BC7908056}" type="presOf" srcId="{F0D4CB60-FF77-4F0C-BBAD-39B8C2B92F33}" destId="{6C88120B-728D-42D7-947F-A0A8C0FEB102}" srcOrd="0" destOrd="0" presId="urn:microsoft.com/office/officeart/2005/8/layout/vList2"/>
    <dgm:cxn modelId="{A0C10373-02CB-4F41-B22D-14AB162F0B92}" srcId="{8C313B5B-B12F-4199-88E7-1AF6197AF8F6}" destId="{F0D4CB60-FF77-4F0C-BBAD-39B8C2B92F33}" srcOrd="0" destOrd="0" parTransId="{19CD3F3D-4359-48D2-BDD8-F059BD5638B3}" sibTransId="{14AF42B5-C7D8-4A5D-BFD8-AA089718C071}"/>
    <dgm:cxn modelId="{36002457-E341-48CA-94BD-1BDDB54854EB}" type="presOf" srcId="{8C313B5B-B12F-4199-88E7-1AF6197AF8F6}" destId="{727137FA-1F30-42F1-B6A6-74B92707A263}" srcOrd="0" destOrd="0" presId="urn:microsoft.com/office/officeart/2005/8/layout/vList2"/>
    <dgm:cxn modelId="{9FE0F889-55F3-4E0F-833C-642E2C4029D4}" type="presOf" srcId="{54FA1C68-5BB5-4443-993D-E9B599D511E7}" destId="{028EAE9A-DC44-4695-A2A7-AA0AD8E80AE1}" srcOrd="0" destOrd="0" presId="urn:microsoft.com/office/officeart/2005/8/layout/vList2"/>
    <dgm:cxn modelId="{6B8410A2-62A0-4825-BF91-265D6949ED68}" srcId="{8C313B5B-B12F-4199-88E7-1AF6197AF8F6}" destId="{9EFC8453-0D3F-41B6-BAE6-1F0114BEA231}" srcOrd="2" destOrd="0" parTransId="{D03A9F59-C50C-4447-A5C1-EFD28DC3D515}" sibTransId="{79145726-3C5E-4140-B590-0393E3385643}"/>
    <dgm:cxn modelId="{E925DECC-607A-40CE-B4FC-936F2CB48631}" srcId="{8C313B5B-B12F-4199-88E7-1AF6197AF8F6}" destId="{54FA1C68-5BB5-4443-993D-E9B599D511E7}" srcOrd="1" destOrd="0" parTransId="{EF0607F0-424A-4C17-89FB-307103BEADF1}" sibTransId="{EAF72909-7198-4D88-AF38-A8DA8F689870}"/>
    <dgm:cxn modelId="{7D7EBF7B-FD70-4252-8031-4F0E7C3D628F}" type="presParOf" srcId="{727137FA-1F30-42F1-B6A6-74B92707A263}" destId="{6C88120B-728D-42D7-947F-A0A8C0FEB102}" srcOrd="0" destOrd="0" presId="urn:microsoft.com/office/officeart/2005/8/layout/vList2"/>
    <dgm:cxn modelId="{E8C896CE-BCFB-466E-B26A-AC626FF2C85F}" type="presParOf" srcId="{727137FA-1F30-42F1-B6A6-74B92707A263}" destId="{A467D6A7-C052-4CDE-A3B1-1960EECD1405}" srcOrd="1" destOrd="0" presId="urn:microsoft.com/office/officeart/2005/8/layout/vList2"/>
    <dgm:cxn modelId="{AE658BA2-3466-4CA4-80EF-B5B03F9168DB}" type="presParOf" srcId="{727137FA-1F30-42F1-B6A6-74B92707A263}" destId="{028EAE9A-DC44-4695-A2A7-AA0AD8E80AE1}" srcOrd="2" destOrd="0" presId="urn:microsoft.com/office/officeart/2005/8/layout/vList2"/>
    <dgm:cxn modelId="{FF882C3E-E432-406E-B136-5FBBB89DB80A}" type="presParOf" srcId="{727137FA-1F30-42F1-B6A6-74B92707A263}" destId="{EB238F31-4E5F-4B7D-958D-F3D5D6CAFCF6}" srcOrd="3" destOrd="0" presId="urn:microsoft.com/office/officeart/2005/8/layout/vList2"/>
    <dgm:cxn modelId="{95E1AD3D-18F8-4463-85E5-7A98E7F7ACE9}" type="presParOf" srcId="{727137FA-1F30-42F1-B6A6-74B92707A263}" destId="{442ADB9B-79FC-4EFF-9475-83600CCA30F9}" srcOrd="4" destOrd="0" presId="urn:microsoft.com/office/officeart/2005/8/layout/vList2"/>
    <dgm:cxn modelId="{37B5C196-4F6D-4833-B8DB-9A8D7D0A7A02}" type="presParOf" srcId="{727137FA-1F30-42F1-B6A6-74B92707A263}" destId="{49634E9A-08BF-4FAC-91C2-9CF3AAE2E5D7}" srcOrd="5" destOrd="0" presId="urn:microsoft.com/office/officeart/2005/8/layout/vList2"/>
    <dgm:cxn modelId="{00FD313F-225B-4F72-A00B-859CEF981D0C}" type="presParOf" srcId="{727137FA-1F30-42F1-B6A6-74B92707A263}" destId="{2873B7F3-6169-48C9-9963-794459D2FC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111611-D271-4074-817A-4BB525447E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1CACCD2-F2B6-4217-8063-8B19BAF32660}">
      <dgm:prSet/>
      <dgm:spPr/>
      <dgm:t>
        <a:bodyPr/>
        <a:lstStyle/>
        <a:p>
          <a:r>
            <a:rPr lang="en-US"/>
            <a:t>Machine learning models can effectively predict customer churn and provide valuable insights. </a:t>
          </a:r>
        </a:p>
      </dgm:t>
    </dgm:pt>
    <dgm:pt modelId="{DB787FCD-DF65-41CF-8D33-3DC53F193797}" type="parTrans" cxnId="{70324779-4C3C-43B4-96D9-1A643FFF33DD}">
      <dgm:prSet/>
      <dgm:spPr/>
      <dgm:t>
        <a:bodyPr/>
        <a:lstStyle/>
        <a:p>
          <a:endParaRPr lang="en-US"/>
        </a:p>
      </dgm:t>
    </dgm:pt>
    <dgm:pt modelId="{B38E67CA-53EF-46D0-BF6F-135CA0016D0D}" type="sibTrans" cxnId="{70324779-4C3C-43B4-96D9-1A643FFF33DD}">
      <dgm:prSet/>
      <dgm:spPr/>
      <dgm:t>
        <a:bodyPr/>
        <a:lstStyle/>
        <a:p>
          <a:endParaRPr lang="en-US"/>
        </a:p>
      </dgm:t>
    </dgm:pt>
    <dgm:pt modelId="{7D878DA6-FA1D-4ACE-A71D-50277AE04352}">
      <dgm:prSet/>
      <dgm:spPr/>
      <dgm:t>
        <a:bodyPr/>
        <a:lstStyle/>
        <a:p>
          <a:r>
            <a:rPr lang="en-US"/>
            <a:t>Applying these insights can help businesses reduce churn and improve customer satisfaction.</a:t>
          </a:r>
        </a:p>
      </dgm:t>
    </dgm:pt>
    <dgm:pt modelId="{F99AF18A-D6E8-445E-B9C9-A0424F0BD467}" type="parTrans" cxnId="{C2873BAA-3320-4E05-BD0C-1B7ED95F2F76}">
      <dgm:prSet/>
      <dgm:spPr/>
      <dgm:t>
        <a:bodyPr/>
        <a:lstStyle/>
        <a:p>
          <a:endParaRPr lang="en-US"/>
        </a:p>
      </dgm:t>
    </dgm:pt>
    <dgm:pt modelId="{17795A53-B689-44FB-BB07-441EB174F6E3}" type="sibTrans" cxnId="{C2873BAA-3320-4E05-BD0C-1B7ED95F2F76}">
      <dgm:prSet/>
      <dgm:spPr/>
      <dgm:t>
        <a:bodyPr/>
        <a:lstStyle/>
        <a:p>
          <a:endParaRPr lang="en-US"/>
        </a:p>
      </dgm:t>
    </dgm:pt>
    <dgm:pt modelId="{09C79103-6CAF-44AD-92E5-F940F28011D5}" type="pres">
      <dgm:prSet presAssocID="{72111611-D271-4074-817A-4BB525447EC6}" presName="root" presStyleCnt="0">
        <dgm:presLayoutVars>
          <dgm:dir/>
          <dgm:resizeHandles val="exact"/>
        </dgm:presLayoutVars>
      </dgm:prSet>
      <dgm:spPr/>
    </dgm:pt>
    <dgm:pt modelId="{EA1AF925-58B2-4004-9769-DEAE5CBF9531}" type="pres">
      <dgm:prSet presAssocID="{31CACCD2-F2B6-4217-8063-8B19BAF32660}" presName="compNode" presStyleCnt="0"/>
      <dgm:spPr/>
    </dgm:pt>
    <dgm:pt modelId="{BA5B6DD1-BE37-4BF9-8942-14F11D79E7EA}" type="pres">
      <dgm:prSet presAssocID="{31CACCD2-F2B6-4217-8063-8B19BAF32660}" presName="bgRect" presStyleLbl="bgShp" presStyleIdx="0" presStyleCnt="2"/>
      <dgm:spPr/>
    </dgm:pt>
    <dgm:pt modelId="{A827D8C4-AEEB-4C36-B759-281192605758}" type="pres">
      <dgm:prSet presAssocID="{31CACCD2-F2B6-4217-8063-8B19BAF3266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0F3E504-92B7-446B-8A29-FAF2923860CF}" type="pres">
      <dgm:prSet presAssocID="{31CACCD2-F2B6-4217-8063-8B19BAF32660}" presName="spaceRect" presStyleCnt="0"/>
      <dgm:spPr/>
    </dgm:pt>
    <dgm:pt modelId="{B2A74F2E-ACC8-4BED-8002-F724C3DEBD66}" type="pres">
      <dgm:prSet presAssocID="{31CACCD2-F2B6-4217-8063-8B19BAF32660}" presName="parTx" presStyleLbl="revTx" presStyleIdx="0" presStyleCnt="2">
        <dgm:presLayoutVars>
          <dgm:chMax val="0"/>
          <dgm:chPref val="0"/>
        </dgm:presLayoutVars>
      </dgm:prSet>
      <dgm:spPr/>
    </dgm:pt>
    <dgm:pt modelId="{B7D30638-7756-4B98-976A-DF2EC8014869}" type="pres">
      <dgm:prSet presAssocID="{B38E67CA-53EF-46D0-BF6F-135CA0016D0D}" presName="sibTrans" presStyleCnt="0"/>
      <dgm:spPr/>
    </dgm:pt>
    <dgm:pt modelId="{ADD889F2-3BAA-43FB-9907-5908C64030A9}" type="pres">
      <dgm:prSet presAssocID="{7D878DA6-FA1D-4ACE-A71D-50277AE04352}" presName="compNode" presStyleCnt="0"/>
      <dgm:spPr/>
    </dgm:pt>
    <dgm:pt modelId="{D3EEAC85-147F-4D4D-8613-636BFB186043}" type="pres">
      <dgm:prSet presAssocID="{7D878DA6-FA1D-4ACE-A71D-50277AE04352}" presName="bgRect" presStyleLbl="bgShp" presStyleIdx="1" presStyleCnt="2"/>
      <dgm:spPr/>
    </dgm:pt>
    <dgm:pt modelId="{17BBB783-B3EE-4A26-BCA5-35750337EC47}" type="pres">
      <dgm:prSet presAssocID="{7D878DA6-FA1D-4ACE-A71D-50277AE0435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E2CC1936-5A0A-4B51-9D27-72D64AFB0DA4}" type="pres">
      <dgm:prSet presAssocID="{7D878DA6-FA1D-4ACE-A71D-50277AE04352}" presName="spaceRect" presStyleCnt="0"/>
      <dgm:spPr/>
    </dgm:pt>
    <dgm:pt modelId="{82A33A2B-5F6C-489C-A35A-26ED7940A316}" type="pres">
      <dgm:prSet presAssocID="{7D878DA6-FA1D-4ACE-A71D-50277AE0435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0324779-4C3C-43B4-96D9-1A643FFF33DD}" srcId="{72111611-D271-4074-817A-4BB525447EC6}" destId="{31CACCD2-F2B6-4217-8063-8B19BAF32660}" srcOrd="0" destOrd="0" parTransId="{DB787FCD-DF65-41CF-8D33-3DC53F193797}" sibTransId="{B38E67CA-53EF-46D0-BF6F-135CA0016D0D}"/>
    <dgm:cxn modelId="{29CAC681-77DE-4EB3-B3FC-C52A9E972786}" type="presOf" srcId="{72111611-D271-4074-817A-4BB525447EC6}" destId="{09C79103-6CAF-44AD-92E5-F940F28011D5}" srcOrd="0" destOrd="0" presId="urn:microsoft.com/office/officeart/2018/2/layout/IconVerticalSolidList"/>
    <dgm:cxn modelId="{93A4F2A0-AC04-4A91-A12D-73A462284F78}" type="presOf" srcId="{31CACCD2-F2B6-4217-8063-8B19BAF32660}" destId="{B2A74F2E-ACC8-4BED-8002-F724C3DEBD66}" srcOrd="0" destOrd="0" presId="urn:microsoft.com/office/officeart/2018/2/layout/IconVerticalSolidList"/>
    <dgm:cxn modelId="{C2873BAA-3320-4E05-BD0C-1B7ED95F2F76}" srcId="{72111611-D271-4074-817A-4BB525447EC6}" destId="{7D878DA6-FA1D-4ACE-A71D-50277AE04352}" srcOrd="1" destOrd="0" parTransId="{F99AF18A-D6E8-445E-B9C9-A0424F0BD467}" sibTransId="{17795A53-B689-44FB-BB07-441EB174F6E3}"/>
    <dgm:cxn modelId="{B01EC3BF-4613-4514-87FB-D7638FE9017B}" type="presOf" srcId="{7D878DA6-FA1D-4ACE-A71D-50277AE04352}" destId="{82A33A2B-5F6C-489C-A35A-26ED7940A316}" srcOrd="0" destOrd="0" presId="urn:microsoft.com/office/officeart/2018/2/layout/IconVerticalSolidList"/>
    <dgm:cxn modelId="{6AEB8AA6-1D97-406B-9061-1FB97F3E9B79}" type="presParOf" srcId="{09C79103-6CAF-44AD-92E5-F940F28011D5}" destId="{EA1AF925-58B2-4004-9769-DEAE5CBF9531}" srcOrd="0" destOrd="0" presId="urn:microsoft.com/office/officeart/2018/2/layout/IconVerticalSolidList"/>
    <dgm:cxn modelId="{49CA127C-3024-4CDC-86C9-F6B3A449A721}" type="presParOf" srcId="{EA1AF925-58B2-4004-9769-DEAE5CBF9531}" destId="{BA5B6DD1-BE37-4BF9-8942-14F11D79E7EA}" srcOrd="0" destOrd="0" presId="urn:microsoft.com/office/officeart/2018/2/layout/IconVerticalSolidList"/>
    <dgm:cxn modelId="{D21FAA3C-20CE-45BF-9196-0D85990995F0}" type="presParOf" srcId="{EA1AF925-58B2-4004-9769-DEAE5CBF9531}" destId="{A827D8C4-AEEB-4C36-B759-281192605758}" srcOrd="1" destOrd="0" presId="urn:microsoft.com/office/officeart/2018/2/layout/IconVerticalSolidList"/>
    <dgm:cxn modelId="{5BD62F4B-F007-42F0-B98C-9186D3C91854}" type="presParOf" srcId="{EA1AF925-58B2-4004-9769-DEAE5CBF9531}" destId="{90F3E504-92B7-446B-8A29-FAF2923860CF}" srcOrd="2" destOrd="0" presId="urn:microsoft.com/office/officeart/2018/2/layout/IconVerticalSolidList"/>
    <dgm:cxn modelId="{71F04262-F36C-4524-9C91-2E84FF470358}" type="presParOf" srcId="{EA1AF925-58B2-4004-9769-DEAE5CBF9531}" destId="{B2A74F2E-ACC8-4BED-8002-F724C3DEBD66}" srcOrd="3" destOrd="0" presId="urn:microsoft.com/office/officeart/2018/2/layout/IconVerticalSolidList"/>
    <dgm:cxn modelId="{001E4651-6E9E-4953-A923-A2D298B6AAFA}" type="presParOf" srcId="{09C79103-6CAF-44AD-92E5-F940F28011D5}" destId="{B7D30638-7756-4B98-976A-DF2EC8014869}" srcOrd="1" destOrd="0" presId="urn:microsoft.com/office/officeart/2018/2/layout/IconVerticalSolidList"/>
    <dgm:cxn modelId="{50ECD8B6-4765-4521-BB98-9E2CE0164483}" type="presParOf" srcId="{09C79103-6CAF-44AD-92E5-F940F28011D5}" destId="{ADD889F2-3BAA-43FB-9907-5908C64030A9}" srcOrd="2" destOrd="0" presId="urn:microsoft.com/office/officeart/2018/2/layout/IconVerticalSolidList"/>
    <dgm:cxn modelId="{8DA54F1D-E269-4F74-94F8-013081009103}" type="presParOf" srcId="{ADD889F2-3BAA-43FB-9907-5908C64030A9}" destId="{D3EEAC85-147F-4D4D-8613-636BFB186043}" srcOrd="0" destOrd="0" presId="urn:microsoft.com/office/officeart/2018/2/layout/IconVerticalSolidList"/>
    <dgm:cxn modelId="{5A5723A0-E01A-4491-9BA5-34EBA2F80461}" type="presParOf" srcId="{ADD889F2-3BAA-43FB-9907-5908C64030A9}" destId="{17BBB783-B3EE-4A26-BCA5-35750337EC47}" srcOrd="1" destOrd="0" presId="urn:microsoft.com/office/officeart/2018/2/layout/IconVerticalSolidList"/>
    <dgm:cxn modelId="{6E8B4601-A305-460E-99D0-AA2546211102}" type="presParOf" srcId="{ADD889F2-3BAA-43FB-9907-5908C64030A9}" destId="{E2CC1936-5A0A-4B51-9D27-72D64AFB0DA4}" srcOrd="2" destOrd="0" presId="urn:microsoft.com/office/officeart/2018/2/layout/IconVerticalSolidList"/>
    <dgm:cxn modelId="{5A571C0B-CC24-4B69-89D9-024BC1D87ACA}" type="presParOf" srcId="{ADD889F2-3BAA-43FB-9907-5908C64030A9}" destId="{82A33A2B-5F6C-489C-A35A-26ED7940A3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CAE56E-1BB5-4164-B177-DF5519803E69}">
      <dsp:nvSpPr>
        <dsp:cNvPr id="0" name=""/>
        <dsp:cNvSpPr/>
      </dsp:nvSpPr>
      <dsp:spPr>
        <a:xfrm>
          <a:off x="0" y="908268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09204B-A64F-4117-A6B3-0B9EEC20B2D9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C47E92-5310-4613-8948-4FBF9BA61861}">
      <dsp:nvSpPr>
        <dsp:cNvPr id="0" name=""/>
        <dsp:cNvSpPr/>
      </dsp:nvSpPr>
      <dsp:spPr>
        <a:xfrm>
          <a:off x="1936708" y="908268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Machine Learning Project Presentation</a:t>
          </a:r>
        </a:p>
      </dsp:txBody>
      <dsp:txXfrm>
        <a:off x="1936708" y="908268"/>
        <a:ext cx="2747240" cy="1676804"/>
      </dsp:txXfrm>
    </dsp:sp>
    <dsp:sp modelId="{CF2D54B7-D108-4D1D-A539-B1DF87E2D39E}">
      <dsp:nvSpPr>
        <dsp:cNvPr id="0" name=""/>
        <dsp:cNvSpPr/>
      </dsp:nvSpPr>
      <dsp:spPr>
        <a:xfrm>
          <a:off x="0" y="3004274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89218F-EC15-4535-961C-5B54960280A6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5E53B-E61F-40FB-AEA9-261A9DFBC49C}">
      <dsp:nvSpPr>
        <dsp:cNvPr id="0" name=""/>
        <dsp:cNvSpPr/>
      </dsp:nvSpPr>
      <dsp:spPr>
        <a:xfrm>
          <a:off x="1936708" y="3004274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Presented by Brenda Chepkemoi</a:t>
          </a:r>
        </a:p>
      </dsp:txBody>
      <dsp:txXfrm>
        <a:off x="1936708" y="3004274"/>
        <a:ext cx="2747240" cy="1676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93170-A827-4BD3-86E0-3E76FB859136}">
      <dsp:nvSpPr>
        <dsp:cNvPr id="0" name=""/>
        <dsp:cNvSpPr/>
      </dsp:nvSpPr>
      <dsp:spPr>
        <a:xfrm>
          <a:off x="3105773" y="613"/>
          <a:ext cx="1675153" cy="167515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Logistic Regression</a:t>
          </a:r>
        </a:p>
      </dsp:txBody>
      <dsp:txXfrm>
        <a:off x="3524561" y="613"/>
        <a:ext cx="837577" cy="1382001"/>
      </dsp:txXfrm>
    </dsp:sp>
    <dsp:sp modelId="{D829BE69-ED13-4C01-9D14-A9B3CEF8F91E}">
      <dsp:nvSpPr>
        <dsp:cNvPr id="0" name=""/>
        <dsp:cNvSpPr/>
      </dsp:nvSpPr>
      <dsp:spPr>
        <a:xfrm rot="4320000">
          <a:off x="4512081" y="1022356"/>
          <a:ext cx="1675153" cy="167515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Decision Tree</a:t>
          </a:r>
        </a:p>
      </dsp:txBody>
      <dsp:txXfrm rot="-5400000">
        <a:off x="4798059" y="1395850"/>
        <a:ext cx="1382001" cy="837577"/>
      </dsp:txXfrm>
    </dsp:sp>
    <dsp:sp modelId="{1B4FE49B-4D7A-45FA-9C24-DBB93F8A4F96}">
      <dsp:nvSpPr>
        <dsp:cNvPr id="0" name=""/>
        <dsp:cNvSpPr/>
      </dsp:nvSpPr>
      <dsp:spPr>
        <a:xfrm rot="8640000">
          <a:off x="3974919" y="2675570"/>
          <a:ext cx="1675153" cy="167515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Random Forest</a:t>
          </a:r>
        </a:p>
      </dsp:txBody>
      <dsp:txXfrm rot="10800000">
        <a:off x="4479862" y="2940728"/>
        <a:ext cx="837577" cy="1382001"/>
      </dsp:txXfrm>
    </dsp:sp>
    <dsp:sp modelId="{7DC24C74-A2C7-4E2C-A1B0-A2417F8628D8}">
      <dsp:nvSpPr>
        <dsp:cNvPr id="0" name=""/>
        <dsp:cNvSpPr/>
      </dsp:nvSpPr>
      <dsp:spPr>
        <a:xfrm rot="12960000">
          <a:off x="2236627" y="2675570"/>
          <a:ext cx="1675153" cy="167515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Gradient Boosting</a:t>
          </a:r>
        </a:p>
      </dsp:txBody>
      <dsp:txXfrm rot="10800000">
        <a:off x="2569260" y="2940728"/>
        <a:ext cx="837577" cy="1382001"/>
      </dsp:txXfrm>
    </dsp:sp>
    <dsp:sp modelId="{20B44D6C-6319-427A-BC3F-C4FAC83088EE}">
      <dsp:nvSpPr>
        <dsp:cNvPr id="0" name=""/>
        <dsp:cNvSpPr/>
      </dsp:nvSpPr>
      <dsp:spPr>
        <a:xfrm rot="17280000">
          <a:off x="1699465" y="1022356"/>
          <a:ext cx="1675153" cy="167515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Voting Ensemble</a:t>
          </a:r>
        </a:p>
      </dsp:txBody>
      <dsp:txXfrm rot="5400000">
        <a:off x="1706639" y="1395850"/>
        <a:ext cx="1382001" cy="8375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8120B-728D-42D7-947F-A0A8C0FEB102}">
      <dsp:nvSpPr>
        <dsp:cNvPr id="0" name=""/>
        <dsp:cNvSpPr/>
      </dsp:nvSpPr>
      <dsp:spPr>
        <a:xfrm>
          <a:off x="0" y="426199"/>
          <a:ext cx="5000124" cy="10553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Limited dataset</a:t>
          </a:r>
        </a:p>
      </dsp:txBody>
      <dsp:txXfrm>
        <a:off x="51517" y="477716"/>
        <a:ext cx="4897090" cy="952306"/>
      </dsp:txXfrm>
    </dsp:sp>
    <dsp:sp modelId="{028EAE9A-DC44-4695-A2A7-AA0AD8E80AE1}">
      <dsp:nvSpPr>
        <dsp:cNvPr id="0" name=""/>
        <dsp:cNvSpPr/>
      </dsp:nvSpPr>
      <dsp:spPr>
        <a:xfrm>
          <a:off x="0" y="1608259"/>
          <a:ext cx="5000124" cy="105534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No causation</a:t>
          </a:r>
        </a:p>
      </dsp:txBody>
      <dsp:txXfrm>
        <a:off x="51517" y="1659776"/>
        <a:ext cx="4897090" cy="952306"/>
      </dsp:txXfrm>
    </dsp:sp>
    <dsp:sp modelId="{442ADB9B-79FC-4EFF-9475-83600CCA30F9}">
      <dsp:nvSpPr>
        <dsp:cNvPr id="0" name=""/>
        <dsp:cNvSpPr/>
      </dsp:nvSpPr>
      <dsp:spPr>
        <a:xfrm>
          <a:off x="0" y="2790320"/>
          <a:ext cx="5000124" cy="105534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Model drift possible</a:t>
          </a:r>
        </a:p>
      </dsp:txBody>
      <dsp:txXfrm>
        <a:off x="51517" y="2841837"/>
        <a:ext cx="4897090" cy="952306"/>
      </dsp:txXfrm>
    </dsp:sp>
    <dsp:sp modelId="{2873B7F3-6169-48C9-9963-794459D2FC7F}">
      <dsp:nvSpPr>
        <dsp:cNvPr id="0" name=""/>
        <dsp:cNvSpPr/>
      </dsp:nvSpPr>
      <dsp:spPr>
        <a:xfrm>
          <a:off x="0" y="3972380"/>
          <a:ext cx="5000124" cy="10553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Low interpretability</a:t>
          </a:r>
        </a:p>
      </dsp:txBody>
      <dsp:txXfrm>
        <a:off x="51517" y="4023897"/>
        <a:ext cx="4897090" cy="9523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B6DD1-BE37-4BF9-8942-14F11D79E7EA}">
      <dsp:nvSpPr>
        <dsp:cNvPr id="0" name=""/>
        <dsp:cNvSpPr/>
      </dsp:nvSpPr>
      <dsp:spPr>
        <a:xfrm>
          <a:off x="0" y="708097"/>
          <a:ext cx="78867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7D8C4-AEEB-4C36-B759-281192605758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74F2E-ACC8-4BED-8002-F724C3DEBD66}">
      <dsp:nvSpPr>
        <dsp:cNvPr id="0" name=""/>
        <dsp:cNvSpPr/>
      </dsp:nvSpPr>
      <dsp:spPr>
        <a:xfrm>
          <a:off x="1509882" y="708097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Machine learning models can effectively predict customer churn and provide valuable insights. </a:t>
          </a:r>
        </a:p>
      </dsp:txBody>
      <dsp:txXfrm>
        <a:off x="1509882" y="708097"/>
        <a:ext cx="6376817" cy="1307257"/>
      </dsp:txXfrm>
    </dsp:sp>
    <dsp:sp modelId="{D3EEAC85-147F-4D4D-8613-636BFB186043}">
      <dsp:nvSpPr>
        <dsp:cNvPr id="0" name=""/>
        <dsp:cNvSpPr/>
      </dsp:nvSpPr>
      <dsp:spPr>
        <a:xfrm>
          <a:off x="0" y="2342169"/>
          <a:ext cx="78867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BBB783-B3EE-4A26-BCA5-35750337EC47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33A2B-5F6C-489C-A35A-26ED7940A316}">
      <dsp:nvSpPr>
        <dsp:cNvPr id="0" name=""/>
        <dsp:cNvSpPr/>
      </dsp:nvSpPr>
      <dsp:spPr>
        <a:xfrm>
          <a:off x="1509882" y="2342169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Applying these insights can help businesses reduce churn and improve customer satisfaction.</a:t>
          </a:r>
        </a:p>
      </dsp:txBody>
      <dsp:txXfrm>
        <a:off x="1509882" y="2342169"/>
        <a:ext cx="6376817" cy="13072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4900"/>
              <a:t>Customer Churn Prediction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7AB562-66ED-B998-7F86-FC752B78D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13600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ea typeface="Calibri"/>
                <a:cs typeface="Calibri"/>
              </a:rPr>
              <a:t>SyriaTel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yriaTel</a:t>
            </a:r>
            <a:r>
              <a:rPr lang="en-US">
                <a:latin typeface="Calibri"/>
                <a:ea typeface="Calibri"/>
                <a:cs typeface="Calibri"/>
              </a:rPr>
              <a:t> is experiencing customer churn, which leads to revenue loss. Retaining existing customers is often more cost-effective than acquiring new one</a:t>
            </a:r>
          </a:p>
          <a:p>
            <a:r>
              <a:rPr dirty="0"/>
              <a:t>Predict customer churn and provide business insights to improve retention.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BA15C5-EBBC-2080-042C-B405AA16BD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133" r="-3" b="-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Models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F422E8-8310-290F-54A2-F267AE058C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62967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Best Model</a:t>
            </a:r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3B32BCB-F6ED-3BA6-AEE4-A852A52F36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1" r="1668" b="-1"/>
          <a:stretch>
            <a:fillRect/>
          </a:stretch>
        </p:blipFill>
        <p:spPr>
          <a:xfrm>
            <a:off x="11393" y="10"/>
            <a:ext cx="9132607" cy="3744722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/>
              <a:t>Gradient Boosting:</a:t>
            </a:r>
          </a:p>
          <a:p>
            <a:r>
              <a:rPr lang="en-US" sz="1600"/>
              <a:t>Highest Accuracy, F1-score, and Recall</a:t>
            </a:r>
          </a:p>
          <a:p>
            <a:endParaRPr lang="en-US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Feature Importance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High total usage (minutes) increases churn likelihood</a:t>
            </a:r>
          </a:p>
          <a:p>
            <a:r>
              <a:rPr lang="en-US" sz="19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Frequent customer service calls indicate dissatisfaction</a:t>
            </a:r>
            <a:endParaRPr lang="en-US" dirty="0"/>
          </a:p>
          <a:p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Customer behavior patterns are strong predictors of churn</a:t>
            </a:r>
            <a:endParaRPr lang="en-US"/>
          </a:p>
          <a:p>
            <a:pPr marL="0" indent="0">
              <a:buNone/>
            </a:pPr>
            <a:br>
              <a:rPr lang="en-US" dirty="0"/>
            </a:br>
            <a:endParaRPr lang="en-US" dirty="0">
              <a:ea typeface="Calibri"/>
              <a:cs typeface="Calibri"/>
            </a:endParaRPr>
          </a:p>
          <a:p>
            <a:endParaRPr lang="en-US" sz="1900" dirty="0">
              <a:ea typeface="Calibri"/>
              <a:cs typeface="Calibri"/>
            </a:endParaRPr>
          </a:p>
          <a:p>
            <a:endParaRPr lang="en-US" sz="19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19765-4308-E1C1-FA30-7E70ACE26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171" y="459747"/>
            <a:ext cx="5621341" cy="52561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r>
              <a:rPr lang="en-US" sz="3000">
                <a:latin typeface="Calibri"/>
                <a:ea typeface="Calibri"/>
                <a:cs typeface="Calibri"/>
              </a:rPr>
              <a:t>Improve customer service response for frequent callers</a:t>
            </a:r>
            <a:endParaRPr lang="en-US" sz="3000"/>
          </a:p>
          <a:p>
            <a:r>
              <a:rPr lang="en-US" sz="3000"/>
              <a:t> Offer personalized plans for high-usage customers</a:t>
            </a:r>
          </a:p>
          <a:p>
            <a:r>
              <a:rPr lang="en-US" sz="3000" dirty="0"/>
              <a:t>Use model predictions to identify high-risk customers early</a:t>
            </a:r>
          </a:p>
          <a:p>
            <a:r>
              <a:rPr lang="en-US" sz="3000"/>
              <a:t>Implement targeted retention strategies</a:t>
            </a:r>
          </a:p>
          <a:p>
            <a:r>
              <a:rPr lang="en-US" sz="3000" dirty="0">
                <a:solidFill>
                  <a:srgbClr val="000000"/>
                </a:solidFill>
                <a:ea typeface="+mn-lt"/>
                <a:cs typeface="+mn-lt"/>
              </a:rPr>
              <a:t>I recommend deploying the Gradient Boosting Model as it has the high recall thus best prot</a:t>
            </a:r>
            <a:r>
              <a:rPr lang="en-US" sz="3000">
                <a:solidFill>
                  <a:srgbClr val="000000"/>
                </a:solidFill>
                <a:ea typeface="+mn-lt"/>
                <a:cs typeface="+mn-lt"/>
              </a:rPr>
              <a:t>ection on revenue loss.</a:t>
            </a:r>
            <a:endParaRPr lang="en-US" sz="30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 sz="3000" dirty="0"/>
            </a:br>
            <a:endParaRPr lang="en-US" sz="3000">
              <a:ea typeface="Calibri"/>
              <a:cs typeface="Calibri"/>
            </a:endParaRPr>
          </a:p>
          <a:p>
            <a:endParaRPr lang="en-US" sz="3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7154F7-E5EF-358E-3618-9C60F08F3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10950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123115-5E79-6A27-7C50-048D12DF5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461378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Customer Churn Prediction</vt:lpstr>
      <vt:lpstr>Project Overview</vt:lpstr>
      <vt:lpstr>Models Used</vt:lpstr>
      <vt:lpstr>Best Model</vt:lpstr>
      <vt:lpstr>Feature Importance</vt:lpstr>
      <vt:lpstr>Recommendations</vt:lpstr>
      <vt:lpstr>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84</cp:revision>
  <dcterms:created xsi:type="dcterms:W3CDTF">2013-01-27T09:14:16Z</dcterms:created>
  <dcterms:modified xsi:type="dcterms:W3CDTF">2026-03-17T07:25:11Z</dcterms:modified>
  <cp:category/>
</cp:coreProperties>
</file>